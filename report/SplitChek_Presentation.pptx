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67699-BE16-4A77-A546-54B32346F597}" v="10" dt="2026-06-27T14:54:35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уфриев Андрей Сергеевич" userId="74e8909d-620d-4091-bf46-145787daa019" providerId="ADAL" clId="{D7B538BF-A7BC-4AD4-A893-322DE9171A0A}"/>
    <pc:docChg chg="undo custSel addSld delSld modSld">
      <pc:chgData name="Ануфриев Андрей Сергеевич" userId="74e8909d-620d-4091-bf46-145787daa019" providerId="ADAL" clId="{D7B538BF-A7BC-4AD4-A893-322DE9171A0A}" dt="2026-06-27T14:54:36.572" v="426" actId="20577"/>
      <pc:docMkLst>
        <pc:docMk/>
      </pc:docMkLst>
      <pc:sldChg chg="modSp mod">
        <pc:chgData name="Ануфриев Андрей Сергеевич" userId="74e8909d-620d-4091-bf46-145787daa019" providerId="ADAL" clId="{D7B538BF-A7BC-4AD4-A893-322DE9171A0A}" dt="2026-06-27T14:20:51.868" v="307" actId="403"/>
        <pc:sldMkLst>
          <pc:docMk/>
          <pc:sldMk cId="0" sldId="256"/>
        </pc:sldMkLst>
        <pc:spChg chg="mod">
          <ac:chgData name="Ануфриев Андрей Сергеевич" userId="74e8909d-620d-4091-bf46-145787daa019" providerId="ADAL" clId="{D7B538BF-A7BC-4AD4-A893-322DE9171A0A}" dt="2026-06-27T14:20:51.868" v="307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18:50.078" v="35"/>
          <ac:spMkLst>
            <pc:docMk/>
            <pc:sldMk cId="0" sldId="256"/>
            <ac:spMk id="9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19:20.086" v="60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Ануфриев Андрей Сергеевич" userId="74e8909d-620d-4091-bf46-145787daa019" providerId="ADAL" clId="{D7B538BF-A7BC-4AD4-A893-322DE9171A0A}" dt="2026-06-27T14:47:26.837" v="410" actId="20577"/>
        <pc:sldMkLst>
          <pc:docMk/>
          <pc:sldMk cId="0" sldId="257"/>
        </pc:sldMkLst>
        <pc:spChg chg="mod">
          <ac:chgData name="Ануфриев Андрей Сергеевич" userId="74e8909d-620d-4091-bf46-145787daa019" providerId="ADAL" clId="{D7B538BF-A7BC-4AD4-A893-322DE9171A0A}" dt="2026-06-27T14:37:23.571" v="360" actId="403"/>
          <ac:spMkLst>
            <pc:docMk/>
            <pc:sldMk cId="0" sldId="257"/>
            <ac:spMk id="3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22.222" v="40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20:25.976" v="8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25.691" v="409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20:18.974" v="72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26.837" v="410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20:37.935" v="81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25:12.042" v="316" actId="6549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Ануфриев Андрей Сергеевич" userId="74e8909d-620d-4091-bf46-145787daa019" providerId="ADAL" clId="{D7B538BF-A7BC-4AD4-A893-322DE9171A0A}" dt="2026-06-27T14:37:57.791" v="393" actId="20577"/>
        <pc:sldMkLst>
          <pc:docMk/>
          <pc:sldMk cId="0" sldId="258"/>
        </pc:sldMkLst>
        <pc:spChg chg="mod">
          <ac:chgData name="Ануфриев Андрей Сергеевич" userId="74e8909d-620d-4091-bf46-145787daa019" providerId="ADAL" clId="{D7B538BF-A7BC-4AD4-A893-322DE9171A0A}" dt="2026-06-27T14:37:28.177" v="362" actId="403"/>
          <ac:spMkLst>
            <pc:docMk/>
            <pc:sldMk cId="0" sldId="258"/>
            <ac:spMk id="3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7:35.228" v="366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20:57.891" v="83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7:57.791" v="393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Ануфриев Андрей Сергеевич" userId="74e8909d-620d-4091-bf46-145787daa019" providerId="ADAL" clId="{D7B538BF-A7BC-4AD4-A893-322DE9171A0A}" dt="2026-06-27T14:38:55.560" v="407" actId="20577"/>
        <pc:sldMkLst>
          <pc:docMk/>
          <pc:sldMk cId="0" sldId="259"/>
        </pc:sldMkLst>
        <pc:spChg chg="mod">
          <ac:chgData name="Ануфриев Андрей Сергеевич" userId="74e8909d-620d-4091-bf46-145787daa019" providerId="ADAL" clId="{D7B538BF-A7BC-4AD4-A893-322DE9171A0A}" dt="2026-06-27T11:21:51.485" v="145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22:02.468" v="147"/>
          <ac:spMkLst>
            <pc:docMk/>
            <pc:sldMk cId="0" sldId="259"/>
            <ac:spMk id="7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3:49:52.542" v="186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8:39.736" v="404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22:38.167" v="158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1:22:30.974" v="157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8:55.560" v="407" actId="20577"/>
          <ac:spMkLst>
            <pc:docMk/>
            <pc:sldMk cId="0" sldId="259"/>
            <ac:spMk id="31" creationId="{00000000-0000-0000-0000-000000000000}"/>
          </ac:spMkLst>
        </pc:spChg>
      </pc:sldChg>
      <pc:sldChg chg="del">
        <pc:chgData name="Ануфриев Андрей Сергеевич" userId="74e8909d-620d-4091-bf46-145787daa019" providerId="ADAL" clId="{D7B538BF-A7BC-4AD4-A893-322DE9171A0A}" dt="2026-06-27T12:17:20.153" v="184" actId="47"/>
        <pc:sldMkLst>
          <pc:docMk/>
          <pc:sldMk cId="0" sldId="260"/>
        </pc:sldMkLst>
      </pc:sldChg>
      <pc:sldChg chg="delSp modSp mod">
        <pc:chgData name="Ануфриев Андрей Сергеевич" userId="74e8909d-620d-4091-bf46-145787daa019" providerId="ADAL" clId="{D7B538BF-A7BC-4AD4-A893-322DE9171A0A}" dt="2026-06-27T14:47:56.355" v="417" actId="20577"/>
        <pc:sldMkLst>
          <pc:docMk/>
          <pc:sldMk cId="0" sldId="261"/>
        </pc:sldMkLst>
        <pc:spChg chg="mod">
          <ac:chgData name="Ануфриев Андрей Сергеевич" userId="74e8909d-620d-4091-bf46-145787daa019" providerId="ADAL" clId="{D7B538BF-A7BC-4AD4-A893-322DE9171A0A}" dt="2026-06-27T14:19:20.354" v="240" actId="1038"/>
          <ac:spMkLst>
            <pc:docMk/>
            <pc:sldMk cId="0" sldId="261"/>
            <ac:spMk id="5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49.866" v="413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19:20.354" v="240" actId="1038"/>
          <ac:spMkLst>
            <pc:docMk/>
            <pc:sldMk cId="0" sldId="261"/>
            <ac:spMk id="7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19:20.354" v="240" actId="1038"/>
          <ac:spMkLst>
            <pc:docMk/>
            <pc:sldMk cId="0" sldId="261"/>
            <ac:spMk id="8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55.370" v="416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19:20.354" v="240" actId="103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Ануфриев Андрей Сергеевич" userId="74e8909d-620d-4091-bf46-145787daa019" providerId="ADAL" clId="{D7B538BF-A7BC-4AD4-A893-322DE9171A0A}" dt="2026-06-27T11:22:58.250" v="159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Ануфриев Андрей Сергеевич" userId="74e8909d-620d-4091-bf46-145787daa019" providerId="ADAL" clId="{D7B538BF-A7BC-4AD4-A893-322DE9171A0A}" dt="2026-06-27T11:23:03.813" v="162" actId="478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Ануфриев Андрей Сергеевич" userId="74e8909d-620d-4091-bf46-145787daa019" providerId="ADAL" clId="{D7B538BF-A7BC-4AD4-A893-322DE9171A0A}" dt="2026-06-27T11:23:01.796" v="161" actId="47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51.261" v="414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54.184" v="415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19:03.075" v="191" actId="10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56.355" v="417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19:03.075" v="191" actId="1036"/>
          <ac:spMkLst>
            <pc:docMk/>
            <pc:sldMk cId="0" sldId="261"/>
            <ac:spMk id="22" creationId="{00000000-0000-0000-0000-000000000000}"/>
          </ac:spMkLst>
        </pc:spChg>
      </pc:sldChg>
      <pc:sldChg chg="modSp mod">
        <pc:chgData name="Ануфриев Андрей Сергеевич" userId="74e8909d-620d-4091-bf46-145787daa019" providerId="ADAL" clId="{D7B538BF-A7BC-4AD4-A893-322DE9171A0A}" dt="2026-06-27T14:20:17.948" v="304" actId="20577"/>
        <pc:sldMkLst>
          <pc:docMk/>
          <pc:sldMk cId="0" sldId="262"/>
        </pc:sldMkLst>
        <pc:spChg chg="mod">
          <ac:chgData name="Ануфриев Андрей Сергеевич" userId="74e8909d-620d-4091-bf46-145787daa019" providerId="ADAL" clId="{D7B538BF-A7BC-4AD4-A893-322DE9171A0A}" dt="2026-06-27T14:19:40.031" v="250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20:17.948" v="304" actId="20577"/>
          <ac:spMkLst>
            <pc:docMk/>
            <pc:sldMk cId="0" sldId="262"/>
            <ac:spMk id="14" creationId="{00000000-0000-0000-0000-000000000000}"/>
          </ac:spMkLst>
        </pc:spChg>
      </pc:sldChg>
      <pc:sldChg chg="modSp add mod setBg">
        <pc:chgData name="Ануфриев Андрей Сергеевич" userId="74e8909d-620d-4091-bf46-145787daa019" providerId="ADAL" clId="{D7B538BF-A7BC-4AD4-A893-322DE9171A0A}" dt="2026-06-27T14:47:39.779" v="412" actId="20577"/>
        <pc:sldMkLst>
          <pc:docMk/>
          <pc:sldMk cId="0" sldId="263"/>
        </pc:sldMkLst>
        <pc:spChg chg="mod">
          <ac:chgData name="Ануфриев Андрей Сергеевич" userId="74e8909d-620d-4091-bf46-145787daa019" providerId="ADAL" clId="{D7B538BF-A7BC-4AD4-A893-322DE9171A0A}" dt="2026-06-27T14:47:35.087" v="411" actId="2057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47:39.779" v="412" actId="20577"/>
          <ac:spMkLst>
            <pc:docMk/>
            <pc:sldMk cId="0" sldId="263"/>
            <ac:spMk id="29" creationId="{00000000-0000-0000-0000-000000000000}"/>
          </ac:spMkLst>
        </pc:spChg>
      </pc:sldChg>
      <pc:sldChg chg="add setBg">
        <pc:chgData name="Ануфриев Андрей Сергеевич" userId="74e8909d-620d-4091-bf46-145787daa019" providerId="ADAL" clId="{D7B538BF-A7BC-4AD4-A893-322DE9171A0A}" dt="2026-06-27T14:18:43.102" v="187"/>
        <pc:sldMkLst>
          <pc:docMk/>
          <pc:sldMk cId="0" sldId="264"/>
        </pc:sldMkLst>
      </pc:sldChg>
      <pc:sldChg chg="modSp add mod setBg">
        <pc:chgData name="Ануфриев Андрей Сергеевич" userId="74e8909d-620d-4091-bf46-145787daa019" providerId="ADAL" clId="{D7B538BF-A7BC-4AD4-A893-322DE9171A0A}" dt="2026-06-27T14:54:36.572" v="426" actId="20577"/>
        <pc:sldMkLst>
          <pc:docMk/>
          <pc:sldMk cId="0" sldId="265"/>
        </pc:sldMkLst>
        <pc:spChg chg="mod">
          <ac:chgData name="Ануфриев Андрей Сергеевич" userId="74e8909d-620d-4091-bf46-145787daa019" providerId="ADAL" clId="{D7B538BF-A7BC-4AD4-A893-322DE9171A0A}" dt="2026-06-27T14:37:14.364" v="358" actId="403"/>
          <ac:spMkLst>
            <pc:docMk/>
            <pc:sldMk cId="0" sldId="265"/>
            <ac:spMk id="3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9.489" v="350" actId="1410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31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54:24.271" v="423" actId="107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54:29.469" v="424" actId="108"/>
          <ac:spMkLst>
            <pc:docMk/>
            <pc:sldMk cId="0" sldId="265"/>
            <ac:spMk id="35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37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41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43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44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50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54:36.572" v="426" actId="20577"/>
          <ac:spMkLst>
            <pc:docMk/>
            <pc:sldMk cId="0" sldId="265"/>
            <ac:spMk id="52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4:44.358" v="349" actId="1035"/>
          <ac:spMkLst>
            <pc:docMk/>
            <pc:sldMk cId="0" sldId="265"/>
            <ac:spMk id="61" creationId="{00000000-0000-0000-0000-000000000000}"/>
          </ac:spMkLst>
        </pc:spChg>
        <pc:spChg chg="mod">
          <ac:chgData name="Ануфриев Андрей Сергеевич" userId="74e8909d-620d-4091-bf46-145787daa019" providerId="ADAL" clId="{D7B538BF-A7BC-4AD4-A893-322DE9171A0A}" dt="2026-06-27T14:35:02.143" v="354" actId="1035"/>
          <ac:spMkLst>
            <pc:docMk/>
            <pc:sldMk cId="0" sldId="265"/>
            <ac:spMk id="6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39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7498080" y="-274320"/>
            <a:ext cx="3200400" cy="32004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</a:rPr>
              <a:t>Финальный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ru-RU" sz="1100" b="1" dirty="0">
                <a:solidFill>
                  <a:srgbClr val="FFFFFF"/>
                </a:solidFill>
              </a:rPr>
              <a:t>проект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SplitChek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6B6D4"/>
                </a:solidFill>
              </a:rPr>
              <a:t>Telegram-бот и веб-приложение для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6B6D4"/>
                </a:solidFill>
              </a:rPr>
              <a:t>совместного учёта расходов и продуктов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6576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Выполнили: </a:t>
            </a:r>
            <a:r>
              <a:rPr lang="ru-RU" sz="1300" b="1" dirty="0">
                <a:solidFill>
                  <a:srgbClr val="FFFFFF"/>
                </a:solidFill>
              </a:rPr>
              <a:t>Ануфриев Андрей и Хабиб Мохаммед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94A3B8"/>
                </a:solidFill>
              </a:rPr>
              <a:t>ИТМО </a:t>
            </a:r>
            <a:r>
              <a:rPr lang="ru-RU" sz="1300" dirty="0" err="1">
                <a:solidFill>
                  <a:srgbClr val="94A3B8"/>
                </a:solidFill>
              </a:rPr>
              <a:t>СУиР</a:t>
            </a:r>
            <a:r>
              <a:rPr lang="ru-RU" sz="1300" dirty="0">
                <a:solidFill>
                  <a:srgbClr val="94A3B8"/>
                </a:solidFill>
              </a:rPr>
              <a:t> </a:t>
            </a:r>
            <a:r>
              <a:rPr lang="en-US" sz="1300" dirty="0">
                <a:solidFill>
                  <a:srgbClr val="FFFFFF"/>
                </a:solidFill>
              </a:rPr>
              <a:t>·  202</a:t>
            </a:r>
            <a:r>
              <a:rPr lang="ru-RU" sz="1300" dirty="0">
                <a:solidFill>
                  <a:srgbClr val="FFFFFF"/>
                </a:solidFill>
              </a:rPr>
              <a:t>6</a:t>
            </a:r>
            <a:r>
              <a:rPr lang="en-US" sz="1300" dirty="0">
                <a:solidFill>
                  <a:srgbClr val="FFFFFF"/>
                </a:solidFill>
              </a:rPr>
              <a:t>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6B6D4"/>
                </a:solidFill>
              </a:rPr>
              <a:t>О ПРОЕКТЕ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SplitChek?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Telegram-бот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00" dirty="0">
                <a:solidFill>
                  <a:srgbClr val="64748B"/>
                </a:solidFill>
              </a:rPr>
              <a:t>Управляет</a:t>
            </a:r>
            <a:r>
              <a:rPr lang="en-US" sz="1100" dirty="0">
                <a:solidFill>
                  <a:srgbClr val="64748B"/>
                </a:solidFill>
              </a:rPr>
              <a:t> продуктами в групповом чате и присылает уведомления в личку.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WebApp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Встроенное веб-приложение: дашборд, распределение чеков, долги, </a:t>
            </a:r>
            <a:r>
              <a:rPr lang="ru-RU" sz="1100" dirty="0">
                <a:solidFill>
                  <a:srgbClr val="64748B"/>
                </a:solidFill>
              </a:rPr>
              <a:t>хранилища</a:t>
            </a:r>
            <a:r>
              <a:rPr lang="en-US" sz="1100" dirty="0">
                <a:solidFill>
                  <a:srgbClr val="64748B"/>
                </a:solidFill>
              </a:rPr>
              <a:t>, список покупок.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035040" y="2057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REST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Python-бэкенд: авторизация через Telegram </a:t>
            </a:r>
            <a:r>
              <a:rPr lang="en-US" sz="1100" dirty="0" err="1">
                <a:solidFill>
                  <a:srgbClr val="64748B"/>
                </a:solidFill>
              </a:rPr>
              <a:t>initData</a:t>
            </a:r>
            <a:r>
              <a:rPr lang="en-US" sz="1100" dirty="0">
                <a:solidFill>
                  <a:srgbClr val="64748B"/>
                </a:solidFill>
              </a:rPr>
              <a:t>, расчёт долгов, прогнозы остатков.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Стек технологий: Python · FastAPI · PostgreSQL · </a:t>
            </a:r>
            <a:r>
              <a:rPr lang="en-US" sz="1000" dirty="0" err="1">
                <a:solidFill>
                  <a:srgbClr val="94A3B8"/>
                </a:solidFill>
              </a:rPr>
              <a:t>aiogram</a:t>
            </a:r>
            <a:r>
              <a:rPr lang="en-US" sz="1000" dirty="0">
                <a:solidFill>
                  <a:srgbClr val="94A3B8"/>
                </a:solidFill>
              </a:rPr>
              <a:t> ·  HTML/CSS/JS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6B6D4"/>
                </a:solidFill>
              </a:rPr>
              <a:t>АКТУАЛЬНОСТЬ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и решение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</a:rPr>
              <a:t>❌  Сейчас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Чеки копятся в переписке и </a:t>
            </a:r>
            <a:r>
              <a:rPr lang="en-US" sz="1150" dirty="0" err="1">
                <a:solidFill>
                  <a:srgbClr val="1E293B"/>
                </a:solidFill>
              </a:rPr>
              <a:t>теряются</a:t>
            </a:r>
            <a:endParaRPr lang="ru-RU" sz="11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Трудно отследить, кто кому и </a:t>
            </a:r>
            <a:r>
              <a:rPr lang="en-US" sz="1150" dirty="0" err="1">
                <a:solidFill>
                  <a:srgbClr val="1E293B"/>
                </a:solidFill>
              </a:rPr>
              <a:t>сколько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должен</a:t>
            </a:r>
            <a:endParaRPr lang="ru-RU" sz="11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Учёт продуктов в </a:t>
            </a:r>
            <a:r>
              <a:rPr lang="en-US" sz="1150" dirty="0" err="1">
                <a:solidFill>
                  <a:srgbClr val="1E293B"/>
                </a:solidFill>
              </a:rPr>
              <a:t>холодильнике</a:t>
            </a:r>
            <a:r>
              <a:rPr lang="en-US" sz="1150" dirty="0">
                <a:solidFill>
                  <a:srgbClr val="1E293B"/>
                </a:solidFill>
              </a:rPr>
              <a:t> — в </a:t>
            </a:r>
            <a:r>
              <a:rPr lang="en-US" sz="1150" dirty="0" err="1">
                <a:solidFill>
                  <a:srgbClr val="1E293B"/>
                </a:solidFill>
              </a:rPr>
              <a:t>голове</a:t>
            </a:r>
            <a:endParaRPr lang="ru-RU" sz="11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Список покупок в </a:t>
            </a:r>
            <a:r>
              <a:rPr lang="en-US" sz="1150" dirty="0" err="1">
                <a:solidFill>
                  <a:srgbClr val="1E293B"/>
                </a:solidFill>
              </a:rPr>
              <a:t>отдельных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приложениях</a:t>
            </a:r>
            <a:endParaRPr lang="ru-RU" sz="11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Нет единого инструмента для совместного быта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37760" y="187452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Text 7"/>
          <p:cNvSpPr/>
          <p:nvPr/>
        </p:nvSpPr>
        <p:spPr>
          <a:xfrm>
            <a:off x="512064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</a:rPr>
              <a:t>✅  SplitChek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4688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ru-RU" sz="1150" dirty="0">
                <a:solidFill>
                  <a:srgbClr val="1E293B"/>
                </a:solidFill>
              </a:rPr>
              <a:t>Добавление чека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ru-RU" sz="1150" dirty="0">
                <a:solidFill>
                  <a:srgbClr val="1E293B"/>
                </a:solidFill>
              </a:rPr>
              <a:t>за пару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секунд</a:t>
            </a:r>
            <a:endParaRPr lang="ru-RU" sz="11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Автоматический расчёт долгов с </a:t>
            </a:r>
            <a:r>
              <a:rPr lang="en-US" sz="1150" dirty="0" err="1">
                <a:solidFill>
                  <a:srgbClr val="1E293B"/>
                </a:solidFill>
              </a:rPr>
              <a:t>подтверждением</a:t>
            </a:r>
            <a:r>
              <a:rPr lang="ru-RU" sz="1150" dirty="0">
                <a:solidFill>
                  <a:srgbClr val="1E293B"/>
                </a:solidFill>
              </a:rPr>
              <a:t> от каждого пользователя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ru-RU" sz="1150" dirty="0">
                <a:solidFill>
                  <a:srgbClr val="1E293B"/>
                </a:solidFill>
              </a:rPr>
              <a:t>У</a:t>
            </a:r>
            <a:r>
              <a:rPr lang="en-US" sz="1150" dirty="0" err="1">
                <a:solidFill>
                  <a:srgbClr val="1E293B"/>
                </a:solidFill>
              </a:rPr>
              <a:t>чёт</a:t>
            </a:r>
            <a:r>
              <a:rPr lang="en-US" sz="1150" dirty="0">
                <a:solidFill>
                  <a:srgbClr val="1E293B"/>
                </a:solidFill>
              </a:rPr>
              <a:t> остатков и прогноз </a:t>
            </a:r>
            <a:r>
              <a:rPr lang="en-US" sz="1150" dirty="0" err="1">
                <a:solidFill>
                  <a:srgbClr val="1E293B"/>
                </a:solidFill>
              </a:rPr>
              <a:t>до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пустоты</a:t>
            </a:r>
            <a:endParaRPr lang="ru-RU" sz="11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Список покупок прямо в </a:t>
            </a:r>
            <a:r>
              <a:rPr lang="en-US" sz="1150" dirty="0" err="1">
                <a:solidFill>
                  <a:srgbClr val="1E293B"/>
                </a:solidFill>
              </a:rPr>
              <a:t>групповом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чате</a:t>
            </a:r>
            <a:endParaRPr lang="ru-RU" sz="11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Всё в одном: бот + WebApp без лишних приложений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6B6D4"/>
                </a:solidFill>
              </a:rPr>
              <a:t>ЭТАПЫ И РОЛИ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этапы реализации и распределение ролей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Этап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37560" y="1755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👤 </a:t>
            </a:r>
            <a:r>
              <a:rPr lang="ru-RU" sz="900" b="1" dirty="0">
                <a:solidFill>
                  <a:srgbClr val="94A3B8"/>
                </a:solidFill>
              </a:rPr>
              <a:t>Ануфриев Андрей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80760" y="1755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👤 </a:t>
            </a:r>
            <a:r>
              <a:rPr lang="ru-RU" sz="900" b="1" dirty="0">
                <a:solidFill>
                  <a:srgbClr val="94A3B8"/>
                </a:solidFill>
              </a:rPr>
              <a:t>Хабиб Мохаммед 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84048" y="2212848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8404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Аналитика и проектирование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Требования, use-case, БД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API-спецификация, архитектура системы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84048" y="2916936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8404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Бэкенд (FastAPI + PostgreSQL)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852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Модели данных, авторизация, эндпоинты групп и расходов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2852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84048" y="3621024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384048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5570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Telegram-бот (aiogram)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55701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55701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Личные команды, уведомления, подтверждения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97096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384048" y="432511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384048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2611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WebApp (HTML/CSS/JS)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42611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Дашборд, раздел расходов, распределение чека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42611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64748B"/>
                </a:solidFill>
              </a:rPr>
              <a:t>Хранилища</a:t>
            </a:r>
            <a:r>
              <a:rPr lang="en-US" sz="1000" dirty="0">
                <a:solidFill>
                  <a:srgbClr val="64748B"/>
                </a:solidFill>
              </a:rPr>
              <a:t>, список покупок, </a:t>
            </a:r>
            <a:r>
              <a:rPr lang="en-US" sz="1000" dirty="0" err="1">
                <a:solidFill>
                  <a:srgbClr val="64748B"/>
                </a:solidFill>
              </a:rPr>
              <a:t>долги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6B6D4"/>
                </a:solidFill>
              </a:rPr>
              <a:t>U S E  C A S E 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Добавление чека вручную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Пользователь создаёт чек без QR-кода — просто перечисляя товары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Команда /add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212140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5146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148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Бот создаёт чек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12140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720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148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Открыть WebApp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212140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6294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148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Распределить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2468880" cy="2286000"/>
          </a:xfrm>
          <a:prstGeom prst="roundRect">
            <a:avLst>
              <a:gd name="adj" fmla="val 7200"/>
            </a:avLst>
          </a:prstGeom>
          <a:solidFill>
            <a:srgbClr val="0D1B2A"/>
          </a:solidFill>
          <a:ln w="254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57200" y="2907792"/>
            <a:ext cx="2286000" cy="1901952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1371600" y="274320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2286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 SplitChek Bot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22960" y="32461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64E6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914400" y="32461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/add молоко 89₽, хлеб 45₽, кефир 62₽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" y="367588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E3A4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85216" y="3675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 Чек создан!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3 позиции · 196₽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" y="4096512"/>
            <a:ext cx="2240280" cy="256032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475488" y="4096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🔗 Открыть в WebApp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17520" y="2651760"/>
            <a:ext cx="5760720" cy="2286000"/>
          </a:xfrm>
          <a:prstGeom prst="roundRect">
            <a:avLst>
              <a:gd name="adj" fmla="val 48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3154680" y="2715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WebApp — ручной ввод товаров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27248" y="3044952"/>
            <a:ext cx="554126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3246120" y="3081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Молоко 2.5% 1л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081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</a:rPr>
              <a:t>89₽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46120" y="3291840"/>
            <a:ext cx="1645920" cy="164592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324612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</a:rPr>
              <a:t>Все поровну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119872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✎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27248" y="3575304"/>
            <a:ext cx="554126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3246120" y="3611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Хлеб ржаной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</a:rPr>
              <a:t>45₽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46120" y="3822192"/>
            <a:ext cx="1645920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3246120" y="38221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400E"/>
                </a:solidFill>
              </a:rPr>
              <a:t>Не распределён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19872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✎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27248" y="4105656"/>
            <a:ext cx="554126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3246120" y="4142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Кефир 1л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35040" y="4142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</a:rPr>
              <a:t>62₽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46120" y="4352544"/>
            <a:ext cx="1645920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3246120" y="4352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400E"/>
                </a:solidFill>
              </a:rPr>
              <a:t>Не распределён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119872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✎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127248" y="4654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Итого: 196₽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77840" y="4626864"/>
            <a:ext cx="3090672" cy="256032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577840" y="462686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 Сохранить и распределить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6B6D4"/>
                </a:solidFill>
              </a:rPr>
              <a:t>U S E  C A S E 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92723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 по участникам группы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0625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Каждый товар назначается конкретному участнику или делится поровну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4458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Участники группы: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744581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624328" y="1744581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Саша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744581"/>
            <a:ext cx="256032" cy="25603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721608" y="1744581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Аня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744581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818888" y="1744581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Коля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82909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57200" y="208290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Товар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08290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Цена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082909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Кому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23760" y="208290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Доля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402949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57200" y="2402949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Молоко 2.5% 1л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402949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89₽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40294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Все поровну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2402949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≈30₽ ×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777853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57200" y="2777853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Хлеб ржаной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2777853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45₽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860149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983480" y="277785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Аня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77785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45₽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52757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57200" y="3152757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Кефир 1л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3152757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62₽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235053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4983480" y="3152757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Саша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3152757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62₽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527661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57200" y="3527661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Яблочный сок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160" y="3527661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119₽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3527661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Коля + Саша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3527661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60₽ / 59₽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902565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457200" y="3902565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Чипсы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66160" y="3902565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79₽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984861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4983480" y="390256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Коля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390256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79₽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56616" y="4352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Предварительный расчёт долгов: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017520" y="4362704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Shape 46"/>
          <p:cNvSpPr/>
          <p:nvPr/>
        </p:nvSpPr>
        <p:spPr>
          <a:xfrm>
            <a:off x="3108960" y="442671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3383280" y="4362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Саша: 151₽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83480" y="4362704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EC4899">
              <a:alpha val="12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Shape 49"/>
          <p:cNvSpPr/>
          <p:nvPr/>
        </p:nvSpPr>
        <p:spPr>
          <a:xfrm>
            <a:off x="5074920" y="4426712"/>
            <a:ext cx="219456" cy="21945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5349240" y="4362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Аня: 75₽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49440" y="4362704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Shape 52"/>
          <p:cNvSpPr/>
          <p:nvPr/>
        </p:nvSpPr>
        <p:spPr>
          <a:xfrm>
            <a:off x="7040880" y="442671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7315200" y="4362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Коля: 168₽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4791456"/>
            <a:ext cx="8412480" cy="256032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>
                <a:solidFill>
                  <a:srgbClr val="FFFFFF"/>
                </a:solidFill>
              </a:rPr>
              <a:t>Сохранить</a:t>
            </a:r>
            <a:r>
              <a:rPr lang="en-US" sz="750" b="1" dirty="0">
                <a:solidFill>
                  <a:srgbClr val="FFFFFF"/>
                </a:solidFill>
              </a:rPr>
              <a:t> распределение — отправить участникам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6B6D4"/>
                </a:solidFill>
              </a:rPr>
              <a:t>U S E  C A S E 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покупок группы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Добавление через чат или WebApp · автоматическое пополнение от системы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В групповом чате: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395728"/>
            <a:ext cx="2743200" cy="2560320"/>
          </a:xfrm>
          <a:prstGeom prst="roundRect">
            <a:avLst>
              <a:gd name="adj" fmla="val 6429"/>
            </a:avLst>
          </a:prstGeom>
          <a:solidFill>
            <a:srgbClr val="0D1B2A"/>
          </a:solidFill>
          <a:ln w="254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560320" cy="2176272"/>
          </a:xfrm>
          <a:prstGeom prst="roundRect">
            <a:avLst>
              <a:gd name="adj" fmla="val 336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463040" y="2487168"/>
            <a:ext cx="457200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👥 Квартира 3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05840" y="2990088"/>
            <a:ext cx="1783080" cy="310896"/>
          </a:xfrm>
          <a:prstGeom prst="roundRect">
            <a:avLst>
              <a:gd name="adj" fmla="val 29412"/>
            </a:avLst>
          </a:prstGeom>
          <a:solidFill>
            <a:srgbClr val="164E6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097280" y="2990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надо купить хлеб и молоко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" y="3364992"/>
            <a:ext cx="1691640" cy="475488"/>
          </a:xfrm>
          <a:prstGeom prst="roundRect">
            <a:avLst>
              <a:gd name="adj" fmla="val 19231"/>
            </a:avLst>
          </a:prstGeom>
          <a:solidFill>
            <a:srgbClr val="1E3A4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4864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📝 Добавил в список: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• Хлеб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• Молоко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54480" y="3904488"/>
            <a:ext cx="1005840" cy="219456"/>
          </a:xfrm>
          <a:prstGeom prst="roundRect">
            <a:avLst>
              <a:gd name="adj" fmla="val 41667"/>
            </a:avLst>
          </a:prstGeom>
          <a:solidFill>
            <a:srgbClr val="164E6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645920" y="39044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/shopping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" y="4187952"/>
            <a:ext cx="1828800" cy="256032"/>
          </a:xfrm>
          <a:prstGeom prst="roundRect">
            <a:avLst>
              <a:gd name="adj" fmla="val 35714"/>
            </a:avLst>
          </a:prstGeom>
          <a:solidFill>
            <a:srgbClr val="1E3A4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48640" y="4187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🛒 Список покупок (3 шт.)...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" y="4507992"/>
            <a:ext cx="2423160" cy="237744"/>
          </a:xfrm>
          <a:prstGeom prst="roundRect">
            <a:avLst>
              <a:gd name="adj" fmla="val 2692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38912" y="45079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📋 Открыть в WebApp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91840" y="1921445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WebApp — список покупок: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214053"/>
            <a:ext cx="5532120" cy="2429894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3337560" y="2268917"/>
            <a:ext cx="5349240" cy="256032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3429000" y="2268917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Продукт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0" y="226891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Кол-во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37960" y="2268917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Источник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75320" y="226891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2579813"/>
            <a:ext cx="5349240" cy="429768"/>
          </a:xfrm>
          <a:prstGeom prst="roundRect">
            <a:avLst>
              <a:gd name="adj" fmla="val 1276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3401568" y="2726117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3584448" y="260724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Молоко 2л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84448" y="281755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 шт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0" y="2671253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 шт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2689541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6537960" y="2689541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 err="1">
                <a:solidFill>
                  <a:srgbClr val="92400E"/>
                </a:solidFill>
              </a:rPr>
              <a:t>Из</a:t>
            </a:r>
            <a:r>
              <a:rPr lang="en-US" sz="750" dirty="0">
                <a:solidFill>
                  <a:srgbClr val="92400E"/>
                </a:solidFill>
              </a:rPr>
              <a:t> </a:t>
            </a:r>
            <a:r>
              <a:rPr lang="en-US" sz="750" dirty="0" err="1">
                <a:solidFill>
                  <a:srgbClr val="92400E"/>
                </a:solidFill>
              </a:rPr>
              <a:t>чата</a:t>
            </a:r>
            <a:endParaRPr lang="en-US" sz="750" dirty="0">
              <a:solidFill>
                <a:srgbClr val="92400E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284464" y="2671253"/>
            <a:ext cx="320040" cy="256032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8284464" y="2671253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3082733"/>
            <a:ext cx="534924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3447288" y="311016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Хлеб ржаной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47288" y="332047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 шт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69280" y="3174173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 шт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3192461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6537960" y="3192461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8A"/>
                </a:solidFill>
              </a:rPr>
              <a:t>Из чата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84464" y="3174173"/>
            <a:ext cx="320040" cy="256032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8284464" y="3174173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37560" y="3585653"/>
            <a:ext cx="5349240" cy="429768"/>
          </a:xfrm>
          <a:prstGeom prst="roundRect">
            <a:avLst>
              <a:gd name="adj" fmla="val 1276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Shape 45"/>
          <p:cNvSpPr/>
          <p:nvPr/>
        </p:nvSpPr>
        <p:spPr>
          <a:xfrm>
            <a:off x="3401568" y="3731957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3584448" y="361308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Кефир 1%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84448" y="382339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2 шт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69280" y="3677093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 шт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37960" y="3695381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6537960" y="3695381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 err="1">
                <a:solidFill>
                  <a:srgbClr val="92400E"/>
                </a:solidFill>
              </a:rPr>
              <a:t>Из</a:t>
            </a:r>
            <a:r>
              <a:rPr lang="en-US" sz="750" dirty="0">
                <a:solidFill>
                  <a:srgbClr val="92400E"/>
                </a:solidFill>
              </a:rPr>
              <a:t> </a:t>
            </a:r>
            <a:r>
              <a:rPr lang="en-US" sz="750" dirty="0" err="1">
                <a:solidFill>
                  <a:srgbClr val="92400E"/>
                </a:solidFill>
              </a:rPr>
              <a:t>чата</a:t>
            </a:r>
            <a:endParaRPr lang="en-US" sz="750" dirty="0">
              <a:solidFill>
                <a:srgbClr val="92400E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284464" y="3677093"/>
            <a:ext cx="320040" cy="256032"/>
          </a:xfrm>
          <a:prstGeom prst="roundRect">
            <a:avLst>
              <a:gd name="adj" fmla="val 1785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8284464" y="3677093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337560" y="4088573"/>
            <a:ext cx="5349240" cy="429768"/>
          </a:xfrm>
          <a:prstGeom prst="roundRect">
            <a:avLst>
              <a:gd name="adj" fmla="val 1276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3447288" y="411600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Яблоки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47288" y="4225733"/>
            <a:ext cx="1371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3447288" y="432631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 кг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669280" y="4180013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 кг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37960" y="4198301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1" name="Text 59"/>
          <p:cNvSpPr/>
          <p:nvPr/>
        </p:nvSpPr>
        <p:spPr>
          <a:xfrm>
            <a:off x="6537960" y="4198301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Вручную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284464" y="4180013"/>
            <a:ext cx="3200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3" name="Text 61"/>
          <p:cNvSpPr/>
          <p:nvPr/>
        </p:nvSpPr>
        <p:spPr>
          <a:xfrm>
            <a:off x="8284464" y="4180013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337560" y="48038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🟠 = Кончается  🔵 = Добавлено из чата  ✓ = Куплено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406640" y="4809744"/>
            <a:ext cx="1325880" cy="237744"/>
          </a:xfrm>
          <a:prstGeom prst="roundRect">
            <a:avLst>
              <a:gd name="adj" fmla="val 2692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6" name="Text 64"/>
          <p:cNvSpPr/>
          <p:nvPr/>
        </p:nvSpPr>
        <p:spPr>
          <a:xfrm>
            <a:off x="7406640" y="48097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+ Добавить товар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6B6D4"/>
                </a:solidFill>
              </a:rPr>
              <a:t>ЧЕМУ МЫ НАУЧИЛИСЬ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Приобретённые навыки и компетенции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15440" y="18745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725168" y="19659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  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25168" y="228600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FastAPI: роутеры, </a:t>
            </a:r>
            <a:r>
              <a:rPr lang="en-US" sz="950" dirty="0" err="1">
                <a:solidFill>
                  <a:srgbClr val="1E293B"/>
                </a:solidFill>
              </a:rPr>
              <a:t>зависимости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CA" sz="950" dirty="0">
                <a:solidFill>
                  <a:srgbClr val="1E293B"/>
                </a:solidFill>
              </a:rPr>
              <a:t>Postgres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Telegram initData авторизация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95800" y="18745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605528" y="19659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  Telegram Bot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05528" y="228600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FSM-машина состояний в aiogram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Inline-клавиатуры и WebApp-интеграция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NLU на основе ключевых слов и regex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29768" y="34290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  Frontend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37490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Telegram WebApp API (initData, themeParams)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Vanilla JS + Fetch API + динамический DOM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Адаптивная вёрстка в мобильном WebView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33375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310128" y="34290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  БД &amp; DevOps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37490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Проектирование реляционной схемы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Docker Compose: бот + API + PostgreSQL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GitHub Actions: линтер и тесты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335661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190488" y="344805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  Командная работа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0488" y="376809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Git-flow: ветки, PR, code review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Разделение ответственности модулей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Синхронизация API-контрактов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</a:rPr>
              <a:t>ВЫВОДЫ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проекта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Реализована полноценная экосистема: бот + WebApp + REST API с единой базой данных.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786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Система поддерживает два режима групп (семья / друзья), два типа расходов и </a:t>
            </a:r>
            <a:r>
              <a:rPr lang="en-US" sz="1200" dirty="0" err="1">
                <a:solidFill>
                  <a:srgbClr val="FFFFFF"/>
                </a:solidFill>
              </a:rPr>
              <a:t>учёт</a:t>
            </a:r>
            <a:r>
              <a:rPr lang="ru-RU" sz="1200" dirty="0">
                <a:solidFill>
                  <a:srgbClr val="FFFFFF"/>
                </a:solidFill>
              </a:rPr>
              <a:t> остатков</a:t>
            </a:r>
            <a:r>
              <a:rPr lang="en-US" sz="1200" dirty="0">
                <a:solidFill>
                  <a:srgbClr val="FFFFFF"/>
                </a:solidFill>
              </a:rPr>
              <a:t> продуктов.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40080" y="332841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2841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FFFFFF"/>
                </a:solidFill>
              </a:rPr>
              <a:t>Удобный интерфейс как в чате, так и через сайт </a:t>
            </a:r>
            <a:r>
              <a:rPr lang="en-US" sz="1200" dirty="0">
                <a:solidFill>
                  <a:srgbClr val="FFFFFF"/>
                </a:solidFill>
              </a:rPr>
              <a:t>— просто пишите в чат.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0080" y="407822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07822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Приобретён практический опыт командной разработки, CI/CD и проектирования REST API.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</a:rPr>
              <a:t>Спасибо за внимание!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728</Words>
  <Application>Microsoft Office PowerPoint</Application>
  <PresentationFormat>Экран (16:9)</PresentationFormat>
  <Paragraphs>201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SplitChek — Дипломная презентация</dc:title>
  <dc:subject>PptxGenJS Presentation</dc:subject>
  <dc:creator>PptxGenJS</dc:creator>
  <cp:lastModifiedBy>Ануфриев Андрей Сергеевич</cp:lastModifiedBy>
  <cp:revision>1</cp:revision>
  <dcterms:created xsi:type="dcterms:W3CDTF">2026-06-27T09:56:29Z</dcterms:created>
  <dcterms:modified xsi:type="dcterms:W3CDTF">2026-06-27T14:54:41Z</dcterms:modified>
</cp:coreProperties>
</file>